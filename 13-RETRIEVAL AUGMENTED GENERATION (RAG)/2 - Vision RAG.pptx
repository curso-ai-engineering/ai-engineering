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VVLZ5/xgj2xoqunKH4jAsooEg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53962e94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553962e94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ef2ce4fe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6ef2ce4fe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f2ce4fe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6ef2ce4fe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ef2ce4fe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6ef2ce4fe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f2ce4fe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6ef2ce4fe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ef2ce4fef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6ef2ce4fef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3962e94e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553962e94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53962e94e_0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53962e94e_0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53962e94e_0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53962e94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53962e94e_0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53962e94e_0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553962e94e_0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553962e94e_0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553962e94e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553962e94e_0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53962e94e_0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553962e94e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553962e94e_0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553962e94e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53962e94e_0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" name="Google Shape;27;g3553962e94e_0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553962e94e_0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553962e94e_0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553962e94e_0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53962e94e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53962e94e_0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53962e94e_0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53962e94e_0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9" name="Google Shape;39;g3553962e94e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53962e94e_0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g3553962e94e_0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53962e94e_0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53962e94e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53962e94e_0_39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553962e94e_0_39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sp>
        <p:nvSpPr>
          <p:cNvPr id="50" name="Google Shape;50;g3553962e94e_0_39"/>
          <p:cNvSpPr txBox="1"/>
          <p:nvPr>
            <p:ph idx="1" type="subTitle"/>
          </p:nvPr>
        </p:nvSpPr>
        <p:spPr>
          <a:xfrm>
            <a:off x="1345800" y="3234100"/>
            <a:ext cx="6217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000">
                <a:solidFill>
                  <a:srgbClr val="F6FE8C"/>
                </a:solidFill>
              </a:rPr>
              <a:t>Vision RAG</a:t>
            </a:r>
            <a:endParaRPr sz="3000">
              <a:solidFill>
                <a:srgbClr val="F6FE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ef2ce4fef_1_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Problemas del Text RAG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56" name="Google Shape;56;g36ef2ce4fef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875" y="1165063"/>
            <a:ext cx="5712259" cy="357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ef2ce4fef_1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¿La soluci</a:t>
            </a:r>
            <a:r>
              <a:rPr lang="es"/>
              <a:t>ón?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62" name="Google Shape;62;g36ef2ce4fef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87" y="1379174"/>
            <a:ext cx="7854824" cy="33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ef2ce4fef_1_1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¿La solución?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68" name="Google Shape;68;g36ef2ce4fef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63" y="1268538"/>
            <a:ext cx="8022683" cy="357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f2ce4fef_1_2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Conclusi</a:t>
            </a:r>
            <a:r>
              <a:rPr lang="es"/>
              <a:t>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74" name="Google Shape;74;g36ef2ce4fef_1_20"/>
          <p:cNvSpPr txBox="1"/>
          <p:nvPr/>
        </p:nvSpPr>
        <p:spPr>
          <a:xfrm>
            <a:off x="628650" y="1605725"/>
            <a:ext cx="7940400" cy="32088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</a:rPr>
              <a:t>Ventajas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No requiere preprocesamiento complejo de PDF a Markdown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Funciona con información visualmente compleja (por ejemplo, gráficos, figuras) que no se puede convertir a text</a:t>
            </a:r>
            <a:r>
              <a:rPr b="1" lang="es" sz="2000">
                <a:solidFill>
                  <a:srgbClr val="FFFFFF"/>
                </a:solidFill>
              </a:rPr>
              <a:t>o</a:t>
            </a:r>
            <a:br>
              <a:rPr b="1" lang="e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</a:rPr>
              <a:t>Desventajas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Más lento y más costoso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1 página como texto: aproximadamente 500 – 2000 tokens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1 página como imagen (1800x1200 px): equivale a 11.000 tokens de imagen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Mayor tasa de alucinaciones con modelos Vision-LLMs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</a:rPr>
              <a:t>Conclusión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La recuperación visual funciona muy bien con Cohere Embed v4</a:t>
            </a:r>
            <a:endParaRPr b="1" sz="200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-"/>
            </a:pPr>
            <a:r>
              <a:rPr b="1" lang="es" sz="2000">
                <a:solidFill>
                  <a:srgbClr val="FFFFFF"/>
                </a:solidFill>
              </a:rPr>
              <a:t>Los Vision-LLMs tienen limitaciones, principalmente funcionan con una sola imagen de entrada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6ef2ce4fef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00" y="689200"/>
            <a:ext cx="7555002" cy="424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53962e94e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